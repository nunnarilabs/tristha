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Defects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Fund Transfer</c:v>
                  </c:pt>
                  <c:pt idx="1">
                    <c:v>Cards</c:v>
                  </c:pt>
                  <c:pt idx="2">
                    <c:v>UPI</c:v>
                  </c:pt>
                  <c:pt idx="3">
                    <c:v>Loans</c:v>
                  </c:pt>
                  <c:pt idx="4">
                    <c:v>Auth</c:v>
                  </c:pt>
                  <c:pt idx="5">
                    <c:v>Statements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 Workbook Summary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Transfer testing — test cases, defect log &amp; raw transaction data  |  June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32888" cy="2971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2532888" cy="8229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Test_Cases.xlsx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2286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 cases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13232" y="297180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Transfer test cases mapped to 7 acceptance criteria (AC-1 to AC-7): positive, negative &amp; boundary scenarios with steps, data and pass/fail status.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55848" y="1691640"/>
            <a:ext cx="2532888" cy="2971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355848" y="1691640"/>
            <a:ext cx="2532888" cy="8229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Defect_Log.xlsx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2286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defects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520440" y="297180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across 6 modules — Fund Transfer, Cards, UPI, Loans, Authentication, Statements — with severity, priority, status, phase and age.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3056" y="1691640"/>
            <a:ext cx="2532888" cy="2971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163056" y="1691640"/>
            <a:ext cx="2532888" cy="8229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6327648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Messy_Test_Data.xlsx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27648" y="2286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txn records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327648" y="297180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customer transaction export (SiPay) with real-world data quality problems: duplicates, mixed formats and invalid values.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Execution &amp; Defect Picture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291840" cy="361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73152" cy="3611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status — 12 test cases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1691640"/>
            <a:ext cx="548640" cy="54864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0200" y="1691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404872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3118104"/>
            <a:ext cx="548640" cy="548640"/>
          </a:xfrm>
          <a:prstGeom prst="ellipse">
            <a:avLst/>
          </a:prstGeom>
          <a:solidFill>
            <a:srgbClr val="D6891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118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00200" y="311810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run / blank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8862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failures are P1: balance check, daily limit, double-debit (idempotency). Each fail maps to an open defect.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0" y="1051560"/>
            <a:ext cx="4480560" cy="361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0" y="1051560"/>
            <a:ext cx="73152" cy="3611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defects by module  (5 × S1 critical, 11 still open)</a:t>
            </a:r>
            <a:endParaRPr lang="en-US" sz="14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297680" y="1600200"/>
          <a:ext cx="41605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Quality Issues &amp; 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977640" cy="3611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73152" cy="3611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070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Messy_Test_Data.xlsx — issues found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3520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 — C002 / Priya Shah appears twice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different date formats (06/01/2026, 2026-06-02, 3 Jun 2026…)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currency: INR, Rs, inr, USD; ₹ symbols &amp; Indian grouping (1,00,000)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amounts: negative (-2000) and non-numeric ("abc")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channel casing (ATM/atm, ECOM/Ecom); extra spaces in names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Junk header rows &amp; blank rows from system export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00600" y="1051560"/>
            <a:ext cx="3794760" cy="3611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2070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600200"/>
            <a:ext cx="33375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critical (S1) defects open — double debit, expired card accepted, duplicate UPI refs, wrong foreclosure principal, OTP after expiry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Money-movement controls are the weak spot: limits, idempotency &amp; balance checks all failing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 15 defects still open; oldest unresolved is 20 days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needs cleansing before automation — standardise dates, currency &amp; remove duplicates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Workbook Summary</dc:title>
  <dc:subject>PptxGenJS Presentation</dc:subject>
  <dc:creator>PptxGenJS</dc:creator>
  <cp:lastModifiedBy>PptxGenJS</cp:lastModifiedBy>
  <cp:revision>1</cp:revision>
  <dcterms:created xsi:type="dcterms:W3CDTF">2026-06-06T09:26:54Z</dcterms:created>
  <dcterms:modified xsi:type="dcterms:W3CDTF">2026-06-06T09:26:54Z</dcterms:modified>
</cp:coreProperties>
</file>